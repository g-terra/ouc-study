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49E3F-F804-4195-B21C-BF77D72AC0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024A1D-A0AA-4F51-A8EA-0BA70E3DEC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BCB328-5FC3-40D9-BB97-3F6885A1FC3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Relationship Id="rIdA1" Type="http://schemas.openxmlformats.org/officeDocument/2006/relationships/audio" Target="../media/media1.wav"/><Relationship Id="rIdA2" Type="http://schemas.microsoft.com/office/2007/relationships/media" Target="../media/media1.wav"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Demo slide 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Demo slide two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